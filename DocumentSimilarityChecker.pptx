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2560320" cy="2560320"/>
          </a:xfrm>
          <a:prstGeom prst="ellipse">
            <a:avLst/>
          </a:prstGeom>
          <a:solidFill>
            <a:srgbClr val="26347A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1097280"/>
            <a:ext cx="1554480" cy="1554480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7AB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 ·  ACADEMIC SEMINAR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Similarity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Checker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NLP-Based Approach Using TF-IDF and Cosine Similarity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3547872"/>
            <a:ext cx="32004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NLTK  ·  scikit-learn  ·  Streamlit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47A"/>
          </a:solidFill>
          <a:ln w="12700">
            <a:solidFill>
              <a:srgbClr val="2634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github.com/dawn1654/document-similarity-checker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64008" cy="10058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2618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" y="16093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8836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automated document comparison matters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88720"/>
            <a:ext cx="64008" cy="10058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2618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65192" y="16093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Background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5192" y="18836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Cosine Similarity, NLP preprocessing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77440"/>
            <a:ext cx="64008" cy="10058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450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" y="27980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" y="30723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design and data flow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237744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77440"/>
            <a:ext cx="64008" cy="10058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2450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65192" y="27980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65192" y="30723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 walkthrough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56616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66160"/>
            <a:ext cx="64008" cy="10058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6393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4632" y="39867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Demonstration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" y="42611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GUI and output interpretation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356616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566160"/>
            <a:ext cx="64008" cy="10058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6393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65192" y="39867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65192" y="42611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constraints and open research directions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&amp;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comparison of large document corpora is infeasible at scale
</a:t>
            </a:r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in academic and legal contexts requires precision
</a:t>
            </a:r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systems demand robust similarity metrics
</a:t>
            </a:r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deduplication is critical in digital publishing pipelines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43000"/>
            <a:ext cx="4206240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810512"/>
            <a:ext cx="201168" cy="20116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7830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039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in thesis submission portals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2560320"/>
            <a:ext cx="201168" cy="20116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5328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clause similarity for due diligence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3310128"/>
            <a:ext cx="201168" cy="20116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2826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538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content identification across articles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4059936"/>
            <a:ext cx="201168" cy="20116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40325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42885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ranking of retrieved documents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Theoretical Background: TF-IDF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64008" cy="1463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 (TF)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TF(t, d) = count(t in d) / total tokens in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raw frequency of term t in document d, normalised by document length.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64008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70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Document Frequency (IDF)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IDF(t, D) = log( |D| / |{d ∈ D : t ∈ d}| 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9019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terms ubiquitous across the corpus; rare terms receive higher scores.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2724912"/>
            <a:ext cx="48463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31720" y="27980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Combined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31720" y="3108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TF-IDF(t, d, D) = TF(t, d) × IDF(t, D)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31720" y="34930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is represented as a high-dimensional sparse vector in term-space.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413308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TF-IDF?  Computationally efficient · Handles vocabulary mismatch · No training required · Interpretable weights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Theoretical Background: Cosine Similarity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12344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cos(θ) = (A · B) / (‖A‖ × ‖B‖)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and B are TF-IDF vectors of document 1 and document 2 respectively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487168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487168"/>
            <a:ext cx="26517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[ 0,  1 ]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bounded; 0 = orthogonal vectors (no similarity), 1 = identical direction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2487168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2487168"/>
            <a:ext cx="26517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Invariance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Agnostic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349300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Unaffected by document length — a short paragraph can match a long article if vocabulary aligns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2487168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2487168"/>
            <a:ext cx="26517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Percentage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26480" y="349300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interpretable as a similarity percentage without further normalisation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Preprocessing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463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146304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3192" y="171907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3192" y="2286000"/>
            <a:ext cx="131673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lexical case to ensure "Python" and "python" are treated as the same token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83080" y="2697480"/>
            <a:ext cx="2286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1143000"/>
            <a:ext cx="1463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143000"/>
            <a:ext cx="1463040" cy="502920"/>
          </a:xfrm>
          <a:prstGeom prst="rect">
            <a:avLst/>
          </a:prstGeom>
          <a:solidFill>
            <a:srgbClr val="6B48FF"/>
          </a:solidFill>
          <a:ln w="12700">
            <a:solidFill>
              <a:srgbClr val="6B4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1704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84832" y="171907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84832" y="2286000"/>
            <a:ext cx="131673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raw text into individual word tokens using NLTK word_tokenize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2697480"/>
            <a:ext cx="2286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1143000"/>
            <a:ext cx="1463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03320" y="1143000"/>
            <a:ext cx="146304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1704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76472" y="171907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76472" y="2286000"/>
            <a:ext cx="131673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 high-frequency, low-information words (e.g., "the", "is") from NLTK English corpus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66360" y="2697480"/>
            <a:ext cx="2286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1143000"/>
            <a:ext cx="1463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94960" y="1143000"/>
            <a:ext cx="146304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1704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68112" y="171907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Filtering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68112" y="2286000"/>
            <a:ext cx="131673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non-alphabetic tokens using Python's string.punctuation set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2697480"/>
            <a:ext cx="2286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86600" y="1143000"/>
            <a:ext cx="1463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86600" y="1143000"/>
            <a:ext cx="14630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11704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159752" y="171907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Rejoining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59752" y="2286000"/>
            <a:ext cx="131673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cleaned tokens into a normalised string for TF-IDF vectorisation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Implemented in: similarity.py → preprocess(text)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143000"/>
            <a:ext cx="64008" cy="7315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07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52704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 ·  Streamlit GUI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874520"/>
            <a:ext cx="54864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39112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039112"/>
            <a:ext cx="64008" cy="731520"/>
          </a:xfrm>
          <a:prstGeom prst="rect">
            <a:avLst/>
          </a:prstGeom>
          <a:solidFill>
            <a:srgbClr val="6B48FF"/>
          </a:solidFill>
          <a:ln w="12700">
            <a:solidFill>
              <a:srgbClr val="6B4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4231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similarity.py  ·  preprocess() + compute_similarity()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770632"/>
            <a:ext cx="54864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935224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935224"/>
            <a:ext cx="64008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999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Library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31927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NLTK  ·  word_tokenize  ·  stopwords corpus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3666744"/>
            <a:ext cx="54864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831336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831336"/>
            <a:ext cx="64008" cy="731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895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Library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21538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  ·  TfidfVectorizer  ·  cosine_similarity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Responsibilities: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file upload, UI rendering, result display  |  similarity.py — all computation logic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Implementation: Core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502920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similarity.py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4709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compute_similarity(doc1, doc2):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doc1_clean = preprocess(doc1)      # NLP pipeline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doc2_clean = preprocess(doc2)      # NLP pipeline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vectorizer = TfidfVectorizer()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vectors = vectorizer.fit_transform(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[doc1_clean, doc2_clean]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cosine_similarity(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vectors[0:1], vectors[1:2]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)[0][0]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score                       # float in [0, 1]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1188720"/>
            <a:ext cx="3246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15000" y="12527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1508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documents pass through the preprocessing pipeline (lowercase → tokenise → stopwords → punctuation)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2240280"/>
            <a:ext cx="3246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2304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1500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TfidfVectorizer fits a shared vocabulary and transforms both documents into TF-IDF sparse vectors simultaneously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0" y="3337560"/>
            <a:ext cx="3246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15000" y="3401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3657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cosine_similarity computes the dot product normalised by vector magnitudes, returning a scalar in [0, 1]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4251960"/>
            <a:ext cx="3246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15000" y="4315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0" y="4572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float score is multiplied by 100 in the UI layer to produce a percentage readout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Demonstration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196596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1214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48716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paraphrasing of identical source material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1430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1143000"/>
            <a:ext cx="19659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2984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587752" y="21214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Topic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87752" y="248716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domain, overlapping vocabulary and concepts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72584" y="11430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2584" y="1143000"/>
            <a:ext cx="196596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12984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764024" y="21214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Loosely Related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4024" y="248716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domain terminology, distinct content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48856" y="11430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48856" y="1143000"/>
            <a:ext cx="19659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12984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940296" y="21214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0296" y="248716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different subject matter and vocabulary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566160"/>
            <a:ext cx="850392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023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.txt files via Streamlit's file_uploader widget     </a:t>
            </a:r>
            <a:pPr indent="0" marL="0">
              <a:buNone/>
            </a:pPr>
            <a:r>
              <a:rPr lang="en-US" sz="1100" b="1" dirty="0">
                <a:solidFill>
                  <a:srgbClr val="7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similarity score as a percentage with st.metric()     </a:t>
            </a:r>
            <a:pPr indent="0" marL="0">
              <a:buNone/>
            </a:pPr>
            <a:r>
              <a:rPr lang="en-US" sz="1100" b="1" dirty="0">
                <a:solidFill>
                  <a:srgbClr val="7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assumption: TF-IDF ignores word order and syntactic structure, missing semantic nuance
</a:t>
            </a:r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dependency: Synonymous terms score as dissimilar unless they share surface form
</a:t>
            </a:r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constraint: Stopword corpus limited to English; multilingual support requires extension
</a:t>
            </a:r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format: Current implementation restricted to plain text (.txt); PDF and DOCX parsing absent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1115568"/>
            <a:ext cx="4251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1600200"/>
            <a:ext cx="3977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sentence-transformer embeddings (e.g., BERT, SBERT) for semantic similarity
</a:t>
            </a:r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batch comparison across entire document corpora with similarity matrices
</a:t>
            </a:r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language detection and multilingual stopword corpora
</a:t>
            </a:r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 REST API endpoint for programmatic integration with third-party systems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26347A">
              <a:alpha val="5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82880"/>
            <a:ext cx="2011680" cy="2011680"/>
          </a:xfrm>
          <a:prstGeom prst="ellipse">
            <a:avLst/>
          </a:prstGeom>
          <a:solidFill>
            <a:srgbClr val="26347A">
              <a:alpha val="50000"/>
            </a:srgbClr>
          </a:solidFill>
          <a:ln w="12700">
            <a:solidFill>
              <a:srgbClr val="7AB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1188720"/>
            <a:ext cx="45720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solidFill>
            <a:srgbClr val="26347A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Effective, training-free term weighting for sparse document representations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4023360" cy="1371600"/>
          </a:xfrm>
          <a:prstGeom prst="rect">
            <a:avLst/>
          </a:prstGeom>
          <a:solidFill>
            <a:srgbClr val="26347A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8745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Length-invariant metric yielding interpretable similarity percentages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371600"/>
          </a:xfrm>
          <a:prstGeom prst="rect">
            <a:avLst/>
          </a:prstGeom>
          <a:solidFill>
            <a:srgbClr val="26347A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Lowercasing, tokenisation, and stopword removal meaningfully improve precision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023360" cy="1371600"/>
          </a:xfrm>
          <a:prstGeom prst="rect">
            <a:avLst/>
          </a:prstGeom>
          <a:solidFill>
            <a:srgbClr val="26347A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Interface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42900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enables rapid prototyping of NLP tools without frontend overhead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Similarity Checker</dc:title>
  <dc:subject>PptxGenJS Presentation</dc:subject>
  <dc:creator>dawn1654</dc:creator>
  <cp:lastModifiedBy>dawn1654</cp:lastModifiedBy>
  <cp:revision>1</cp:revision>
  <dcterms:created xsi:type="dcterms:W3CDTF">2026-03-22T14:22:21Z</dcterms:created>
  <dcterms:modified xsi:type="dcterms:W3CDTF">2026-03-22T14:22:21Z</dcterms:modified>
</cp:coreProperties>
</file>